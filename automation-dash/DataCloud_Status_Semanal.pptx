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Execução de Testes (UAT)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 de Teste</c:v>
                </c:pt>
              </c:strCache>
            </c:strRef>
          </c:tx>
          <c:spPr>
            <a:solidFill>
              <a:srgbClr val="0176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176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Executados</c:v>
                  </c:pt>
                  <c:pt idx="1">
                    <c:v>Aprovados</c:v>
                  </c:pt>
                  <c:pt idx="2">
                    <c:v>Falhos</c:v>
                  </c:pt>
                  <c:pt idx="3">
                    <c:v>Bloqueados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94</c:v>
                </c:pt>
                <c:pt idx="2">
                  <c:v>18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9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053B7A">
              <a:alpha val="60000"/>
            </a:srgbClr>
          </a:solidFill>
          <a:ln w="12700">
            <a:solidFill>
              <a:srgbClr val="053B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57200"/>
            <a:ext cx="1828800" cy="1828800"/>
          </a:xfrm>
          <a:prstGeom prst="ellipse">
            <a:avLst/>
          </a:prstGeom>
          <a:solidFill>
            <a:srgbClr val="0D5FAF">
              <a:alpha val="60000"/>
            </a:srgbClr>
          </a:solidFill>
          <a:ln w="12700">
            <a:solidFill>
              <a:srgbClr val="0D5F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B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8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Semanal da Implantação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029200" cy="36576"/>
          </a:xfrm>
          <a:prstGeom prst="rect">
            <a:avLst/>
          </a:prstGeom>
          <a:solidFill>
            <a:srgbClr val="1B96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Semana: 17 – 22 de Março de 2026   |   Fase: Implementação   |   Versão: v1.0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176D3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•  Uso Interno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17–22/03/2026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87552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869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GERAL DO PROJETO: ON TRACK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dentro do cronograma. 3 marcos entregues na semana. Atenção ao risco de atraso na integração com CDP legado.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192024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08483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993392"/>
            <a:ext cx="192024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78608" y="208483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993392"/>
            <a:ext cx="1920240" cy="11887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20848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993392"/>
            <a:ext cx="1920240" cy="11887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20848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da Semana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8 novos Data Streams concluída (acumulado: 24/30)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Profiles validados em ambiente de staging – 1,2M registros unificados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15 usuários-chave finalizado (Data Analysts e Admins)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 – Status Semanal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PROGRESSO DA IMPLANTAÇÃO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97480" cy="109728"/>
          </a:xfrm>
          <a:prstGeom prst="rect">
            <a:avLst/>
          </a:prstGeom>
          <a:solidFill>
            <a:srgbClr val="0176D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9% vs semana anterior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6974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097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 Ativos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21762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configurados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914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914400"/>
            <a:ext cx="2697480" cy="109728"/>
          </a:xfrm>
          <a:prstGeom prst="rect">
            <a:avLst/>
          </a:prstGeom>
          <a:solidFill>
            <a:srgbClr val="0176D3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097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17336" y="21762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Staging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26974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17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42/50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11480" y="3749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Mapeados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concluídos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834640"/>
            <a:ext cx="2697480" cy="109728"/>
          </a:xfrm>
          <a:prstGeom prst="rect">
            <a:avLst/>
          </a:prstGeom>
          <a:solidFill>
            <a:srgbClr val="0176D3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3017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264408" y="3749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Criados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40965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do escopo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25896" y="2834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25896" y="2834640"/>
            <a:ext cx="26974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117336" y="3017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117336" y="3749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Ativas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7336" y="40965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em andamento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 – Status Semanal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POR WORKSTREAM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DMOs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520440" y="100584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1005840"/>
            <a:ext cx="422452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9509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Streams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54480"/>
            <a:ext cx="40233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4996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482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210312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103120"/>
            <a:ext cx="32689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04825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968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&amp; Activation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265176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651760"/>
            <a:ext cx="27660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968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(CRM / Marketing)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320040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200400"/>
            <a:ext cx="37719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31455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6941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&amp; Enablement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74904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3749040"/>
            <a:ext cx="30175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36941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242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Qualidade de Dados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429768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4297680"/>
            <a:ext cx="22631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42428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451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(≥75%)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08960" y="466344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6451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(50–74%)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52160" y="4663440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46451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Risco (&lt;50%)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 – Status Semanal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E ENTREGAS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CONCLUÍDOS ESTA SEMANA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444752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624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8 Data Streams (Batch)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066544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842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 modelo de dados – Fase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240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688336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06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Treinamento: 15 usuários certificados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862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191256"/>
            <a:ext cx="4023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3310128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278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Salesforce CRM → Data Cloud ativa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4838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841248"/>
            <a:ext cx="4023360" cy="384048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PRÓXIMAS 2 SEMANAS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325880"/>
            <a:ext cx="402336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1444752"/>
            <a:ext cx="256032" cy="256032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3624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Identity Resolution – Regras v2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16184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27/03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947672"/>
            <a:ext cx="402336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2066544"/>
            <a:ext cx="256032" cy="256032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9842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5 segmentos no Marketing Cloud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2402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28/03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569464"/>
            <a:ext cx="402336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0328" y="2688336"/>
            <a:ext cx="256032" cy="256032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26060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Service Cloud → Data Cloud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862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29/03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3191256"/>
            <a:ext cx="402336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0328" y="3310128"/>
            <a:ext cx="256032" cy="256032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32278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– Ciclo 1 (25 casos de uso)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34838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03/04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 – Status Semanal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TÉCNICOS &amp; QUALIDADE DE DADOS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41248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9144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914400"/>
            <a:ext cx="192024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10789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0749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Match (Identity)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86600" y="9144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86600" y="914400"/>
            <a:ext cx="192024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10789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1323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dos Dados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24231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2423160"/>
            <a:ext cx="19202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25877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07492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Abertos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6600" y="24231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86600" y="2423160"/>
            <a:ext cx="19202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0" y="25877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13232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Resolvidos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0" y="3977640"/>
            <a:ext cx="3767328" cy="749808"/>
          </a:xfrm>
          <a:prstGeom prst="rect">
            <a:avLst/>
          </a:prstGeom>
          <a:solidFill>
            <a:srgbClr val="E8F4FD"/>
          </a:solidFill>
          <a:ln w="15240">
            <a:solidFill>
              <a:srgbClr val="1B9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120640" y="4005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Processado esta Semana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4279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 GB  •  12,8M registros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 – Status Semanal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IMPEDIMENTOS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347472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04672"/>
            <a:ext cx="2926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/ IMPEDIMENTO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54680" y="804672"/>
            <a:ext cx="914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804672"/>
            <a:ext cx="1097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57800" y="804672"/>
            <a:ext cx="30175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MITIGADORA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0" y="804672"/>
            <a:ext cx="7315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216152"/>
            <a:ext cx="8778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252728"/>
            <a:ext cx="292608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na integração com CDP legado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777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1417320"/>
            <a:ext cx="914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1252728"/>
            <a:ext cx="301752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técnico agendado p/ 25/03 – equipe ampliada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1252728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020824"/>
            <a:ext cx="87782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057400"/>
            <a:ext cx="292608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 de origem (duplicatas &gt; 15%)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21992"/>
            <a:ext cx="777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2219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60520" y="2221992"/>
            <a:ext cx="9144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2219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057400"/>
            <a:ext cx="301752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dedup adicionais no pipeline de ingestion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2057400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825496"/>
            <a:ext cx="8778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862072"/>
            <a:ext cx="292608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acesso ao ambiente de produção para UAT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026664"/>
            <a:ext cx="777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026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3026664"/>
            <a:ext cx="9144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30266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2862072"/>
            <a:ext cx="301752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formal aberta com TI – prazo: 28/03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86207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3630168"/>
            <a:ext cx="877824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666744"/>
            <a:ext cx="292608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insuficiente para administradores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3831336"/>
            <a:ext cx="777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8313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60520" y="3831336"/>
            <a:ext cx="914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8313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57800" y="3666744"/>
            <a:ext cx="301752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adicional de treinamento agendada p/ 26/03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3666744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Cloud – Status Semanal  |  Março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53B7A">
              <a:alpha val="50000"/>
            </a:srgbClr>
          </a:solidFill>
          <a:ln w="12700">
            <a:solidFill>
              <a:srgbClr val="053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D5FAF">
              <a:alpha val="50000"/>
            </a:srgbClr>
          </a:solidFill>
          <a:ln w="12700">
            <a:solidFill>
              <a:srgbClr val="0D5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75488" cy="475488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607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de Integração CDP Legado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técnica reunida em 25/03 para resolver bloqueio de autenticação API. Decisão de arquitetura até 28/03.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75488" cy="475488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39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208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Identity Resolution v2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novas regras de matching com base nos resultados de staging. Deploy previsto para 27/03.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475488" cy="475488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dos primeiros 5 Segmentos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alto valor prontos para ativação no Marketing Cloud. Aprovação do negócio necessária.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75488" cy="475488"/>
          </a:xfrm>
          <a:prstGeom prst="ellipse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410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UAT – Ciclo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51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casos de uso validados com usuários finais. Início: 01/04. Responsável: QA Lead + Product Owner.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solidFill>
            <a:srgbClr val="1B96FF">
              <a:alpha val="80000"/>
            </a:srgbClr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DECISÃO SOLICITADA: Aprovação do negócio para ativação dos segmentos e acesso ao ambiente de produção para UAT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Semanal – Salesforce Data Cloud</dc:title>
  <dc:subject>PptxGenJS Presentation</dc:subject>
  <dc:creator>PptxGenJS</dc:creator>
  <cp:lastModifiedBy>PptxGenJS</cp:lastModifiedBy>
  <cp:revision>1</cp:revision>
  <dcterms:created xsi:type="dcterms:W3CDTF">2026-03-22T18:17:23Z</dcterms:created>
  <dcterms:modified xsi:type="dcterms:W3CDTF">2026-03-22T18:17:23Z</dcterms:modified>
</cp:coreProperties>
</file>